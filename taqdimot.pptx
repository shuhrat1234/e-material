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82" r:id="rId33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png"/><Relationship Id="rId4" Type="http://schemas.openxmlformats.org/officeDocument/2006/relationships/image" Target="../media/image5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2.png"/><Relationship Id="rId4" Type="http://schemas.openxmlformats.org/officeDocument/2006/relationships/image" Target="../media/image5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3.png"/><Relationship Id="rId4" Type="http://schemas.openxmlformats.org/officeDocument/2006/relationships/image" Target="../media/image5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44.png"/><Relationship Id="rId4" Type="http://schemas.openxmlformats.org/officeDocument/2006/relationships/image" Target="../media/image5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5.png"/><Relationship Id="rId4" Type="http://schemas.openxmlformats.org/officeDocument/2006/relationships/image" Target="../media/image58.png"/><Relationship Id="rId5" Type="http://schemas.openxmlformats.org/officeDocument/2006/relationships/image" Target="../media/image6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3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3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3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3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3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3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3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28.png"/><Relationship Id="rId4" Type="http://schemas.openxmlformats.org/officeDocument/2006/relationships/image" Target="../media/image46.png"/><Relationship Id="rId5" Type="http://schemas.openxmlformats.org/officeDocument/2006/relationships/image" Target="../media/image5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4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47.png"/><Relationship Id="rId4" Type="http://schemas.openxmlformats.org/officeDocument/2006/relationships/image" Target="../media/image60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48.png"/><Relationship Id="rId4" Type="http://schemas.openxmlformats.org/officeDocument/2006/relationships/image" Target="../media/image6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49.png"/><Relationship Id="rId4" Type="http://schemas.openxmlformats.org/officeDocument/2006/relationships/image" Target="../media/image62.png"/><Relationship Id="rId5" Type="http://schemas.openxmlformats.org/officeDocument/2006/relationships/image" Target="../media/image7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50.png"/><Relationship Id="rId4" Type="http://schemas.openxmlformats.org/officeDocument/2006/relationships/image" Target="../media/image6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51.png"/><Relationship Id="rId4" Type="http://schemas.openxmlformats.org/officeDocument/2006/relationships/image" Target="../media/image6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52.png"/><Relationship Id="rId4" Type="http://schemas.openxmlformats.org/officeDocument/2006/relationships/image" Target="../media/image6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53.png"/><Relationship Id="rId4" Type="http://schemas.openxmlformats.org/officeDocument/2006/relationships/image" Target="../media/image6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entrance_tabl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81090" y="3524162"/>
            <a:ext cx="9424752" cy="2762181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_sms_na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6b_sms_javo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